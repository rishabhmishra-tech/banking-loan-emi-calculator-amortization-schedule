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583680" cy="658368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LOAN PORTFOLIO   •   100 CUSTOMER RECORDS   •   5 BRANCHES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 Loan Analytics Project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Kaggle Data to a Live EMI Amortization Calculator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434840"/>
            <a:ext cx="2011680" cy="0"/>
          </a:xfrm>
          <a:prstGeom prst="line">
            <a:avLst/>
          </a:prstGeom>
          <a:noFill/>
          <a:ln w="25400">
            <a:solidFill>
              <a:srgbClr val="3FBF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 •   Challenges   •   Outcome   •   Benefits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— Project 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Data That No One Could Trust — or Use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100-record banking loan portfolio arrived as a raw Kaggle export — messy, inconsistent, and impossible to analyze or act on in its original 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6309360" cy="768096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7063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044952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Mixed-case names, stray spaces, and non-uniform loan-type codes across all 11 columns.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630168"/>
            <a:ext cx="6309360" cy="768096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0332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cleaned, validated dataset existed to power reliable reporting or pivots.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562856"/>
            <a:ext cx="6309360" cy="768096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63600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EMI tool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910328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and total interest for any customer had to be worked out manually, loan by loan.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495544"/>
            <a:ext cx="6309360" cy="768096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56869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invisible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5843016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totals by type and branch — ₹86.3M across 4 types, 5 branches — sat unseen inside raw rows.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1600200"/>
            <a:ext cx="4206240" cy="46177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810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SNAPSHOT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22860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loan_id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0" y="22860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241280" y="22860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loan_type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35240" y="265176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0" y="26517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pooja das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41280" y="2651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35240" y="30175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verma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241280" y="3017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35240" y="338328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0" y="33832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 Patel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24128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35240" y="3794760"/>
            <a:ext cx="3611880" cy="0"/>
          </a:xfrm>
          <a:prstGeom prst="line">
            <a:avLst/>
          </a:prstGeom>
          <a:noFill/>
          <a:ln w="12700">
            <a:solidFill>
              <a:srgbClr val="1E4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39776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case, stray spaces, and blank cells were typical of the raw export — the exact reason a cleaning stage was required before any analysis.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— Project Summary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Hurdles Between Raw Data and a Working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15184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5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2194560"/>
            <a:ext cx="658368" cy="65836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6" name="Image 0" descr="/home/claude/emi_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660" y="228673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7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30632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3611880"/>
            <a:ext cx="221284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records riddled with mixed case, stray whitespace, and blank fields — any of which could silently break downstream totals.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11296" y="1828800"/>
            <a:ext cx="2615184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5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194560"/>
            <a:ext cx="658368" cy="65836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2" name="Image 1" descr="/home/claude/emi_ppt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876" y="2286732"/>
            <a:ext cx="474025" cy="4740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7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12464" y="30632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12464" y="3611880"/>
            <a:ext cx="221284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had to be systematic and repeatable, not a one-off manual fix — every field run through the same validated pipeline.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82512" y="1828800"/>
            <a:ext cx="2615184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57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60920" y="2194560"/>
            <a:ext cx="658368" cy="65836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8" name="Image 2" descr="/home/claude/emi_ppt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092" y="2286732"/>
            <a:ext cx="474025" cy="4740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7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583680" y="30632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Summarization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583680" y="3611880"/>
            <a:ext cx="221284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rolling up 100 loans by Type and Branch — sums, counts, EMI and interest — into pivot tables that stay correct as data changes.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253728" y="1828800"/>
            <a:ext cx="2615184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57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32136" y="2194560"/>
            <a:ext cx="658368" cy="658368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4" name="Image 3" descr="/home/claude/emi_ppt/icons/calcul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4308" y="2286732"/>
            <a:ext cx="474025" cy="4740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18320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7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454896" y="306324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Computation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454896" y="3611880"/>
            <a:ext cx="221284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compound-interest EMI formula correctly and generating a full 240-row, month-by-month amortization schedule that recalculates instantly.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— Project Summary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One Working Loan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3566160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591056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emi_ppt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667" y="23756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15468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Data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370332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 banking loan dataset from Kaggle — names, loan type, amount, rate, tenure, branch.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91256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74720" y="1965960"/>
            <a:ext cx="2542032" cy="3566160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4425696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emi_ppt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07" y="237561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15468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Data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39312" y="370332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ISBLANK, TRIM, UPPER and PROPER functions to standardize and validate every field.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25896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309360" y="1965960"/>
            <a:ext cx="2542032" cy="3566160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260336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emi_ppt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947" y="237561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73952" y="315468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&amp; Chart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73952" y="370332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loans by Type and Branch — totals, counts, EMI, interest — visualized with pivot charts.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60536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144000" y="1965960"/>
            <a:ext cx="2542032" cy="3566160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94976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emi_ppt/icons/calcul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4587" y="2375611"/>
            <a:ext cx="460858" cy="46085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08592" y="315468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308592" y="370332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lookup-driven EMI calculator with a full month-by-month amortization schedule.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— Project Summary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Cleaned Data to Decision-Ready Insight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615184" cy="14173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records cleaned &amp; validated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11296" y="1737360"/>
            <a:ext cx="2615184" cy="14173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648456" y="1847088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48456" y="260604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types summarized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82512" y="1737360"/>
            <a:ext cx="2615184" cy="14173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1847088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19672" y="260604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analyzed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53728" y="1737360"/>
            <a:ext cx="2615184" cy="14173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390888" y="1847088"/>
            <a:ext cx="2340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₹86.3M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390888" y="260604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 value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5257800" cy="14173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0" descr="/home/claude/emi_ppt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3956609"/>
            <a:ext cx="362102" cy="36210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8760" y="35753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loans lead the portfolio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08760" y="39593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₹28.05M disbursed — the largest of the four loan types, ahead of Car at ₹24.25M.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72200" y="3429000"/>
            <a:ext cx="5257800" cy="14173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3" name="Shape 20"/>
          <p:cNvSpPr/>
          <p:nvPr/>
        </p:nvSpPr>
        <p:spPr>
          <a:xfrm>
            <a:off x="6373368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1" descr="/home/claude/emi_ppt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777" y="3956609"/>
            <a:ext cx="362102" cy="36210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40880" y="35753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is the busiest branch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040880" y="395935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100 loans originated here, followed closely by Lucknow at 20.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0080" y="5047488"/>
            <a:ext cx="5257800" cy="14173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8" name="Shape 24"/>
          <p:cNvSpPr/>
          <p:nvPr/>
        </p:nvSpPr>
        <p:spPr>
          <a:xfrm>
            <a:off x="841248" y="55046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2" descr="/home/claude/emi_ppt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57" y="5575097"/>
            <a:ext cx="362102" cy="36210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508760" y="5193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tracks loan size, not just rate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1508760" y="55778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loans carry ₹23.1M total interest despite lower principal, reflecting longer average tenures.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172200" y="5047488"/>
            <a:ext cx="5257800" cy="14173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3" name="Shape 28"/>
          <p:cNvSpPr/>
          <p:nvPr/>
        </p:nvSpPr>
        <p:spPr>
          <a:xfrm>
            <a:off x="6373368" y="55046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3" descr="/home/claude/emi_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777" y="5575097"/>
            <a:ext cx="362102" cy="36210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40880" y="5193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EMI logic scales cleanly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040880" y="55778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amortization formula recalculates correctly for every one of the 100 loans on demand.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— Project Summary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Finished Tool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920240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6" name="Image 0" descr="/home/claude/emi_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21193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5146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Formula-driven EMI and interest calculations replace error-prone manual math for every loan.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120640" cy="1920240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03120"/>
            <a:ext cx="777240" cy="7772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1" name="Image 1" descr="/home/claude/emi_ppt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054" y="221193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5146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customer's loan can be looked up and its EMI and schedule generated in seconds, not spreadsheets of manual work.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120640" cy="1920240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43400"/>
            <a:ext cx="777240" cy="7772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16" name="Image 2" descr="/home/claude/emi_ppt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4452214"/>
            <a:ext cx="559613" cy="5596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75488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Pivot-table summaries turn 100 raw rows into clear, decision-ready views by loan type and branch.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120640" cy="1920240"/>
          </a:xfrm>
          <a:prstGeom prst="rect">
            <a:avLst/>
          </a:prstGeom>
          <a:solidFill>
            <a:srgbClr val="F3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343400"/>
            <a:ext cx="777240" cy="777240"/>
          </a:xfrm>
          <a:prstGeom prst="ellipse">
            <a:avLst/>
          </a:prstGeom>
          <a:solidFill>
            <a:srgbClr val="0B2A4A"/>
          </a:solidFill>
          <a:ln/>
        </p:spPr>
      </p:sp>
      <p:pic>
        <p:nvPicPr>
          <p:cNvPr id="21" name="Image 3" descr="/home/claude/emi_ppt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054" y="4452214"/>
            <a:ext cx="559613" cy="55961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43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75488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cleaning pipeline and EMI logic extends cleanly to new loan records as the portfolio grows.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— Project Summary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583680" cy="6583680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Messy CSV to Decision-Ready Tool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 was cleaned with ISBLANK, TRIM, UPPER and PROPER, summarized with pivot tables and charts, and now powers a live EMI amortization calculator.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011680" cy="0"/>
          </a:xfrm>
          <a:prstGeom prst="line">
            <a:avLst/>
          </a:prstGeom>
          <a:noFill/>
          <a:ln w="25400">
            <a:solidFill>
              <a:srgbClr val="3FBF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Loan Analytics — Project Summary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2026-07-14T16:05:56Z</dcterms:created>
  <dcterms:modified xsi:type="dcterms:W3CDTF">2026-07-14T16:05:56Z</dcterms:modified>
</cp:coreProperties>
</file>